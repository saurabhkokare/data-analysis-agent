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Adolf Hitler's World War I Military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DCFF"/>
                </a:solidFill>
              </a:defRPr>
            </a:pPr>
            <a:r>
              <a:t>Generated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C8FF"/>
                </a:solidFill>
              </a:defRPr>
            </a:pPr>
            <a:r>
              <a:t>January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Overview of Adolf Hitler's World War I service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Why his military experience matters for historical analysis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Timeframe: August 1914 – November 1918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Geographic focus: Western Front (France, Belgium)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Key questions: How did his service shape his later life?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Objectives: trace enlistment, combat, injuries, awards, and impact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Sources: Bavarian Army records, contemporary reports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Structure of the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Enlistment and Early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August 1914: Hitler living in Munich at war outbreak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Voluntarily enlisted in the Bavarian Army despite Austrian citizenship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1924 Bavarian report suggests enlistment was an administrative error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Assigned to Bavarian Reserve Infantry Regiment 16, 1st Company of the List Regiment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Role designated as a dispatch runner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Deployed to the Western Front in France and Belgium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Initial training and integration into German forces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Legal status: Austrian citizen should have been repatriated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Service as Dispatch Runner &amp; Headquarters Dut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Primary duty: carry messages between front‑line units and HQ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Spent nearly half his time at regimental headquarters in Fournes‑en‑Weppes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Headquarters location: well behind the front lines, safer but still under fire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Responsibilities included delivering orders, reports, and intelligence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Developed familiarity with military bureaucracy and command structure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Saved by commanding officer Fritz Wiedemann during a building collapse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Demonstrated personal bravery under heavy fire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Built relationships with senior officers that later proved influential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Early Combat: First Battle of Ypres &amp; Iron 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Present at the First Battle of Ypres (1914), a major early Western Front clash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Exposure to trench warfare, artillery bombardments, and gas attacks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Recognized for personal bravery during the battle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Awarded the Iron Cross, Second Class in 1914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The Iron Cross: prestigious German military decoration for valor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Significance: early validation of his courage and loyalty to Germany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Set a precedent for future commendations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Reinforced his identification with the German war effort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Artistic Pursuits and the Army Newspaper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While at headquarters, pursued personal interest in drawing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Created cartoons for the regiment’s newspaper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Provided editorial instructions and layout ideas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Artwork used to boost morale among soldiers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Demonstrated a blend of creative talent and propaganda skill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Illustrated the dual nature of his wartime role (soldier and artist)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Early experience in visual communication later reflected in Nazi propaganda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Showed ability to adapt personal hobbies to military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Battle of the Somme Injury &amp;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October 1916: participated in the Battle of the Somme, one of the bloodiest battles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Wounded in the left thigh when a shell exploded in the dispatch runners’ dugout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Sustained a serious shrapnel injury requiring medical evacuation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Hospitalised for almost two months at Beelitz military hospital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Underwent surgery and convalescence, learning about battlefield medicine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Returned to his regiment on 5 March 1917, fully recovered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Injury reinforced his personal narrative of sacrifice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Experience of hospital care deepened his resentment toward the war’s human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1917 Battles: Arras and Passchendaele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Took part in the Battle of Arras (April 1917), a major Allied offensive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Faced intense artillery fire and harsh trench conditions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Later fought in the Battle of Passchendaele (July–November 1917), known for mud and attrition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Continued duties as a dispatch runner, exposing him to front‑line danger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Witnessed massive casualties and logistical failures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Developed a hardened view of military leadership and strategy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These battles cemented his belief in German resilience despite setbacks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Contributed to a growing sense of personal destiny within the war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Awards: Black Wound Badge &amp; Iron Cross 1st 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18 May 1918: received the Black Wound Badge for being wounded in action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Badge symbolized personal sacrifice and combat experience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August 1918: awarded the Iron Cross, First Class – rare for a Gefreiter (private)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Recommendation came from Lieutenant Hugo Gutmann, his Jewish superior officer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First Class Iron Cross highlighted exceptional bravery beyond rank expectations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These decorations elevated his status among peers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Reinforced a self‑image of a decorated war hero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Contradictory relationship with a Jewish officer later used in propaganda narratives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Final Months: Mustard Gas Attack &amp; Blindness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15 October 1918: exposed to mustard gas during a German retreat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Suffered temporary blindness and was hospitalised in Pasewalk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While recovering, learned of Germany’s impending defeat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Reported a second bout of blindness triggered by the news of defeat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The experience intensified feelings of betrayal and humiliation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Marked the end of his active military service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Gas attack underscored the brutal nature of modern warfare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These events shaped his post‑war worldview and political ambitions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Impact of War Experience on Hitler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Developed a deep identification with the German soldier’s plight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Perceived the war’s outcome as a national humiliation (“stab‑in‑the‑back” myth)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Military decorations fostered a self‑image of heroism and entitlement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Injuries and gas attack contributed to a sense of personal victimhood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Relationships with officers (Wiedemann, Gutmann) influenced his later leadership style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Artistic work in the army newspaper foreshadowed propaganda expertise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The trauma of defeat fueled extremist political convictions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War experience became a central element of his public mythos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Summary: Hitler’s WWI service spanned enlistment, frontline combat, injuries, and multiple decorations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Key takeaways: early exposure to military hierarchy, propaganda, and trauma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His wartime narrative was later leveraged to legitimize his political rise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Understanding this period is essential for interpreting his later actions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Call to action: further study of primary military records to deepen historical insight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