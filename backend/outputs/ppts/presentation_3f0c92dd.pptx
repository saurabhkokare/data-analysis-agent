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Adolf Hitler's World War I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DCFF"/>
                </a:solidFill>
              </a:defRPr>
            </a:pPr>
            <a:r>
              <a:t>Generated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C8FF"/>
                </a:solidFill>
              </a:defRPr>
            </a:pPr>
            <a:r>
              <a:t>January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Overview of Adolf Hitler's military service during World War I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Timeframe: 1914‑1918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Importance for understanding his early life and leadership formation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Sources: Bavarian Army records, 1924 Bavarian report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Focus on enlistment, front‑line experiences, injuries, and decorations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Context: Outbreak of WWI, Munich, Bavaria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Hitler’s status as Austrian citizen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Voluntary enlistment despite legal restrictions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Enlistment and Administrative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August 1914: Hitler living in Munich voluntarily joins Bavarian Army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Enlisted in Bavarian Reserve Infantry Regiment 16, 1st Company of the List Regiment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1924 Bavarian report labels his service as likely administrative error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As Austrian citizen, he should have been repatriated to Austria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Error allowed him to serve throughout the war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Highlights bureaucratic laxity in wartime mobilization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Sets stage for his front‑line exposure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Demonstrates early willingness to fight for Germany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Early Service and Role as Dispatch Runner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Assigned as a dispatch runner on the Western Front (France &amp; Belgium)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Spent nearly half his time at regimental HQ in Fournes‑en‑Weppes, behind lines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Responsibilities: delivering messages, maintaining communications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Exposure to both front‑line danger and rear‑area logistics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Developed stamina and familiarity with trench warfare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Saved by commanding officer Fritz Wiedemann during a building collapse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Demonstrates early combat bravery and comradeship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Provides insight into his daily military routine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First Battle of Ypres and Iron Cross (Second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Participated in the First Battle of Ypres, 1914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Recognized for bravery during this early engagement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Awarded the Iron Cross, Second Class in 1914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Decoration signified valor and dedication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Early combat experience shaped his perception of war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Reinforced his identity as a soldier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Marked his first official military honor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Contributed to his later self‑image as a war hero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Artistic Pursuits and Army Newspaper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While at headquarters, Hitler drew cartoons for morale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Provided instructions and content for an army newspaper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Showed continued interest in art despite military duties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Used artistic skills to influence fellow soldiers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Illustrated the dual nature of his wartime role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Enhanced his reputation among peers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Early example of propaganda instincts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Balanced creative expression with combat responsibilities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Battle of the Somme Injury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October 1916: Shell explosion wounded his left thigh in a dispatch runners' dugout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Injury required nearly two months of hospitalization at Beelitz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Returned to his regiment on 5 March 1917 after recovery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Experience of injury deepened his personal sacrifice narrative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Highlighted the physical toll of trench warfare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Reinforced his resilience and determination to return to duty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Provided a personal story later used in propaganda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Demonstrated the harsh conditions faced by runners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Later Battles, Decorations, and Wound Badge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Fought in the Battle of Arras (1917) and Battle of Passchendaele (1917)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Received the Black Wound Badge on 18 May 1918 for injuries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August 1918: Recommended by Lieutenant Hugo Gutmann, awarded Iron Cross, First Class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First Class Iron Cross rarely given to a Gefreiter (private)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Recognition reflected exceptional bravery despite low rank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Showed support from a Jewish superior officer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Decorations contributed to his self‑perception as an elite soldier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Reinforced his emerging myth of military merit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Mustard Gas Attack, Blindness, and War’s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15 October 1918: Temporarily blinded by mustard gas attack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Hospitalized in Pasewalk, experienced severe visual impairment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Learned of Germany’s impending defeat while hospitalized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Reported a second bout of blindness after receiving defeat news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Emotional impact of defeat shaped his post‑war worldview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Marked the end of his active combat service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Experience contributed to his later political rhetoric about betrayal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Symbolic of the trauma that influenced his future ideology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Hitler’s WWI service spanned enlistment, front‑line combat, injuries, and multiple honors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Administrative error allowed an Austrian citizen to fight for Germany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Decorations and survival stories fed his later self‑myth as a war hero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Physical and psychological wounds influenced his post‑war politics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Understanding this period is crucial for interpreting his rise to power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Highlights the interplay between personal experience and historical trajectory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Provides context for his later anti‑Treaty of Versailles stance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Sets foundation for the narrative he used to mobilize supporters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