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Adolf Hitler's World War I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8DCFF"/>
                </a:solidFill>
              </a:defRPr>
            </a:pPr>
            <a:r>
              <a:t>Generated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C8FF"/>
                </a:solidFill>
              </a:defRPr>
            </a:pPr>
            <a:r>
              <a:t>January 07,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Overview of Hitler's involvement in WWI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Timeframe: 1914-1918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Importance for understanding his later life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Geographic focus: Western Front, France &amp; Belgium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Role: Bavarian Army volunteer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Sources: Bavarian authorities report 1924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Context: Outbreak of war in August 1914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Key question: How did his war experience shape him?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Enlistment and Administrative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August 1914: Hitler living in Munich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Voluntarily enlisted in Bavarian Army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Austrian citizenship made enlistment irregular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1924 Bavarian report cites administrative error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Should have been repatriated to Austria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Assigned to Bavarian Reserve Infantry Regiment 16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Served in 1st Company of the List Regiment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Motivation: nationalist sentiment, adventure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Role as Dispatch Runner on Western Front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Position: dispatch runner (messenger)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Operated in France and Belgium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Spent ~50% time at regimental HQ in Fournes-en-Weppes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Duties: deliver orders, reports, and intelligence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Worked behind front lines but exposed to artillery fire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Developed familiarity with trench warfare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Built relationships with officers and comrades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Early exposure to combat conditions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First Battle of Ypres and Iron Cross 2nd Clas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Participated in First Battle of Ypres (1914)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Noted for bravery under fire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Awarded Iron Cross, Second Class in 1914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Decoration rare for low‑rank soldiers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Recognition boosted his military reputation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Incident: rescued by Lt. Fritz Wiedemann from rubble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Demonstrated loyalty to commanding officers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Set precedent for future 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Artistic Pursuits and Army Newspaper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While at HQ, drew cartoons for morale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Provided illustrations and instructions for army newspaper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Showed continued interest in art despite war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Used art as a coping mechanism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Contributed to propaganda efforts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Enhanced communication within unit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Developed skills in visual storytelling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Indicated dual identity: soldier‑artist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Battle of the Somme Injury and Hospital Recov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October 1916: Shell exploded in dispatch runners' dugout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Sustained wound to left thigh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Evacuated to field hospital, then to Beelitz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Hospital stay lasted nearly two months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Returned to regiment on 5 March 1917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Injury impacted mobility but not service continuation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Experience of medical care on front lines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Reinforced perception of personal sacrifice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Later Battles – Arras and Passchendaele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Present at Battle of Arras (April 1917)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Engaged in intense artillery bombardments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Later fought in Battle of Passchendaele (July–Nov 1917)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Endured muddy, attritional warfare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Continued role as runner and courier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Witnessed high casualty rates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Gained further combat experience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Solidified belief in German military effort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Awards – Black Wound Badge and Iron Cross 1st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18 May 1918: Received Black Wound Badge for injuries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Symbolized multiple wounds in combat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August 1918: Recommended by Lt. Hugo Gutmann (Jewish superior)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Awarded Iron Cross, First Class – rare for Gefreiter rank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First Class decoration signified exceptional bravery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Highlighted complex relationships with Jewish officers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Marked peak of military honors before war’s end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Reinforced personal narrative of heroism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Mustard Gas Attack and Hospitalization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15 October 1918: Exposed to mustard gas near Pasewalk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Temporary blindness resulted from exposure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Hospitalized in Pasewalk for treatment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Gas attack underscored brutal nature of late‑war combat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Physical trauma compounded previous wounds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Experience contributed to sense of vulnerability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Marked one of his last wartime injuries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Occurred weeks before armistice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Learning of Germany’s Defeat and Personal Imp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While hospitalized, learned of Germany’s surrender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Reportedly suffered second bout of blindness from shock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Personal crisis: loss of nationalistic hope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Influenced post‑war worldview and political radicalization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Reflected on perceived betrayal (“stab‑in‑the‑back” myth)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Set stage for involvement in extremist politics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Emotional trauma linked to later rhetoric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Highlighted psychological toll of defeat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–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Hitler’s WWI service spanned front‑line combat and HQ duties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Earned multiple decorations despite low rank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Suffered injuries, gas attack, and psychological shock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Artistic activities revealed a non‑military side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Relationships with Jewish officers contrast later ideology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War experience shaped his self‑image as a soldier‑hero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Defeat contributed to radical political trajectory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Understanding this period provides context for his later actions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