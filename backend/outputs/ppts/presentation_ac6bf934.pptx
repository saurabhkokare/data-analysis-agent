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Adolf Hitler's World War I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DCFF"/>
                </a:solidFill>
              </a:defRPr>
            </a:pPr>
            <a:r>
              <a:t>Generated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4C8FF"/>
                </a:solidFill>
              </a:defRPr>
            </a:pPr>
            <a:r>
              <a:t>January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Context: World War I outbreak August 1914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Focus: Hitler's military service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Why it matters: influences later life and ideology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Timeframe covered: 1914-1918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Sources: Bavarian reports, military records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Overview of key events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Structure of presentation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Key questions addressed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Enlistment and Early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August 1914: Hitler living in Munich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Voluntarily enlisted in Bavarian Army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Austrian citizenship made enlistment an administrative error (1924 report)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Assigned to Bavarian Reserve Infantry Regiment 16, 1st Company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Role: dispatch runner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Deployment to Western Front in France and Belgium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Initial posting at regimental HQ in Fournes-en-Weppes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Time spent behind front lines vs front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Dispatch Runner Role &amp; Frontline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Responsibilities: carry messages, orders, reports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Operated between front trenches and HQ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Present at First Battle of Ypres (1914)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Exposure to artillery and trench warfare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Importance of rapid communication for command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Risks faced: shelling, gas, enemy fire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Experience shaped his view of war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Served nearly half his time at HQ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Early Decorations &amp; Rescue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1914: Awarded Iron Cross, Second Class for bravery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Notable act: rescued by commanding officer Fritz Wiedemann from collapsed building under fire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Demonstrated personal courage under heavy fire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Recognition boosted his military reputation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Early commendations set foundation for later honors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Interaction with senior officers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Impact on his self-image as a soldier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Example of battlefield heroism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Artistic Pursuits During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While at HQ, drew cartoons for army newspaper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Provided editorial instructions for publication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Used art to cope with war stress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Showed continued interest in painting and drawing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Contributed to morale through visual media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Developed skills in propaganda later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Evidence of creative outlet amid combat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Balanced military duties with artistic 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Wounding at the Somme &amp;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October 1916: Battle of the Somme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Shell explosion wounded left thigh in dispatch runners' dugout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Hospitalized at Beelitz for nearly two months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Recovery period: March 5, 1917 returned to regiment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Physical impact of wound on mobility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Experience of medical care in German army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Reintegration into unit after convalescence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Influence on his perception of sacrifice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Later Battles &amp; Honors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1917: Participated in Battle of Arras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1917: Fought at Battle of Passchendaele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18 May 1918: Received Black Wound Badge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August 1918: Recommended by Lieutenant Hugo Gutmann (Jewish superior)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Awarded Iron Cross, First Class – rare for Gefreiter rank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Significance of high-level decoration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Demonstrated continued frontline involvement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Recognition despite low rank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Final War Experiences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15 Oct 1918: Mustard gas attack caused temporary blindness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Hospitalized in Pasewalk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Learned of Germany's impending defeat while hospitalized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Reported second bout of blindness from shock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End of war: November 1918 armistice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Psychological impact of defeat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Transition from soldier to political activist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Last months of service marked by trauma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Summary of Hitler's WWI timeline and honors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Key takeaways: early military experience, decorations, injuries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How wartime service influenced his later ideology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Reflection on administrative error allowing enlistment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Importance of personal narratives in historical analysis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Open questions for further study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Final thought on the war's role in shaping history</a:t>
            </a:r>
          </a:p>
          <a:p>
            <a:pPr lvl="1">
              <a:spcAft>
                <a:spcPts val="1200"/>
              </a:spcAft>
              <a:defRPr sz="1400">
                <a:solidFill>
                  <a:srgbClr val="1E293B"/>
                </a:solidFill>
              </a:defRPr>
            </a:pPr>
            <a:r>
              <a:t>     ○ Call to explore broader WWII origins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CDC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